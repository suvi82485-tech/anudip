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Employee Attrition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7548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t>Employee Attrition Analysis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Project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t>Name: Suvitha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t>Introduction: Employee attrition means employees leaving an organization.</a:t>
            </a: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t>This project analyzes employee attrition using Microsoft Excel, Pivot Tables and Pivot Charts.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To analyze employee attrition and identify factors associated with employee turnover.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To study the impact of overtime, job satisfaction, monthly income, work-life balance and job-related factors.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To understand attrition patterns across gender, job role, department, distance from home, career growth and job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42976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t>1,470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Total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2976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t>35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Total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t>The project uses the employee attrition dataset for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Dataset was checked for duplicate records.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Dataset was checked for missing values.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Data consistency was verified.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The data was found to be clean and accurate.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No major data issues were identified.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Therefore, no significant preprocessing was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t>16.12%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Employee Attrition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t>₹6,502.93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Average Monthly Income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t>28.30%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Overtime Employee Percentage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384048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t>7.01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Average Years at Company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840480"/>
            <a:ext cx="3383280" cy="1645920"/>
          </a:xfrm>
          <a:prstGeom prst="roundRect">
            <a:avLst/>
          </a:prstGeom>
          <a:solidFill>
            <a:srgbClr val="F2F6FA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t>2.73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Average Job Satisfaction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1 – Genderwise Attrition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Gender-wise attrition was analyzed using Attrition (Yes/No).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Male employees: 6 attrition cases; Female employees: 6 attrition cases in the project view.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Attrition counts were compared between male and female employees.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2 – Overtime (Yes / 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Overtime status was compared with employee attrition.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17 employees were in the Overtime = Yes group and 46 were in the Overtime = No group in the project view.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The analysis shows that overtime status is an important factor to examine for attrition.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3 – Job Satisfaction and Attrition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Job Satisfaction scores from 1 to 4 were compared with Attrition (Yes/No).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The highest employee count was at Job Satisfaction score 2.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Attrition cases were highest at score 1 compared with the other satisfaction levels in the project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4 – Monthly Income and Attrition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Average Monthly Income was compared between employees who stayed and employees who left.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Average income for Attrition = No: ₹7,345.98.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Average income for Attrition = Yes: ₹3,715.75.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The project view shows lower average income among employees who left.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5 – Work-Life Balance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Work-Life Balance scores from 1 to 4 were compared with Attrition.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Most employees in the project view had a Work-Life Balance score of 3.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Attrition cases were present across the work-life balance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6 – Job Role Wise Attrition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Job Role was compared with Attrition (Yes/No).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In the project view, Human Resources had 12 attrition cases.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Manager had 0 attrition cases in the displayed project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7 – Department Wise Attrition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Department was analyzed against Attrition (Yes/No).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The dashboard/project view focuses on the Human Resources department.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Within the displayed department view, 12 employees were marked as Attrition = 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8 – Distance from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Distance from Home was compared with Attrition.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Attrition cases occurred across different distances from home.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The project view indicates that employees living farther from the workplace were also present among attrition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9 – Career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Career growth was analyzed using the project’s career-growth measure against Attrition.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Attrition was compared across the different career-growth levels.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The analysis helps identify whether limited career growth is associated with employee attrition.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Question 10 – Job Level and Employee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Job Level was compared with Attrition (Yes/No).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Job Level 1 had the highest number of employees in the displayed project view.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Attrition cases were mainly visible at lower job levels, especially Job Level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Dashboard – Department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Department was selected as the main dashboard filter.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Human Resources was selected for the displayed department analysis.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The dashboard helps compare attrition patterns and key employee measures within the selected department.</a:t>
            </a: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t>KPIs, Pivot Tables, charts and slicers make the analysis easier to understand.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The project analyzed employee attrition using Microsoft Excel.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The dataset was clean and suitable for analysis, so no significant preprocessing was required.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KPIs and Pivot Tables were used to understand employee attrition and related factors.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Overtime, job satisfaction, monthly income, work-life balance, job role, department, distance from home, career growth and job level were analyzed.</a:t>
            </a: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t>The dashboard provides a clear view of department-based attrition and supports better understanding of employee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